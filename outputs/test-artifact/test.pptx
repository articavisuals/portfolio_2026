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cb28e4ce764038" /><Relationship Type="http://schemas.openxmlformats.org/officeDocument/2006/relationships/extended-properties" Target="/docProps/app.xml" Id="R4340f140fe4f4851" /><Relationship Type="http://schemas.openxmlformats.org/officeDocument/2006/relationships/officeDocument" Target="/ppt/presentation.xml" Id="Rc4f90eb8d94045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80b4a1ca9246c9"/>
  </p:sldMasterIdLst>
  <p:notesMasterIdLst>
    <p:notesMasterId xmlns:r="http://schemas.openxmlformats.org/officeDocument/2006/relationships" r:id="Rdea35d9a137e43bf"/>
  </p:notesMasterIdLst>
  <p:sldIdLst>
    <p:sldId xmlns:r="http://schemas.openxmlformats.org/officeDocument/2006/relationships" id="256" r:id="R461d95e26b5046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0b4a1ca9246c9" /><Relationship Type="http://schemas.openxmlformats.org/officeDocument/2006/relationships/theme" Target="/ppt/theme/theme1.xml" Id="R028a4189ba2e4703" /><Relationship Type="http://schemas.openxmlformats.org/officeDocument/2006/relationships/notesMaster" Target="/ppt/notesMasters/notesMaster1.xml" Id="Rdea35d9a137e43bf" /><Relationship Type="http://schemas.openxmlformats.org/officeDocument/2006/relationships/presProps" Target="/ppt/presProps.xml" Id="R015fdbbf95b94e6c" /><Relationship Type="http://schemas.openxmlformats.org/officeDocument/2006/relationships/viewProps" Target="/ppt/viewProps.xml" Id="Rd14eb096ff974d1e" /><Relationship Type="http://schemas.openxmlformats.org/officeDocument/2006/relationships/tableStyles" Target="/ppt/tableStyles.xml" Id="R39f185c177e34644" /><Relationship Type="http://schemas.openxmlformats.org/officeDocument/2006/relationships/slide" Target="/ppt/slides/slide1.xml" Id="R461d95e26b5046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fc7a06fbdda48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766d2bba8b4ad9" /><Relationship Type="http://schemas.openxmlformats.org/officeDocument/2006/relationships/notesMaster" Target="/ppt/notesMasters/notesMaster1.xml" Id="Re35a14812cff44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f2ec127a24f6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3ed214228084d56" /><Relationship Type="http://schemas.openxmlformats.org/officeDocument/2006/relationships/slideLayout" Target="/ppt/slideLayouts/slideLayout2.xml" Id="R1bb14ff79a0141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b14ff79a0141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9f6b1e22c4161" /><Relationship Type="http://schemas.openxmlformats.org/officeDocument/2006/relationships/image" Target="/ppt/media/image.jpeg" Id="R952dacebc4ea4173" /><Relationship Type="http://schemas.openxmlformats.org/officeDocument/2006/relationships/notesSlide" Target="/ppt/notesSlides/notesSlide1.xml" Id="Rb8bd329bc7f8416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E4656A-CEBB-4A1A-80D1-A6DE271A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BC3D1-1D9D-469B-850E-DA38A6A8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11111"/>
                </a:solidFill>
                <a:latin typeface="Inter"/>
                <a:ea typeface="Inter"/>
                <a:cs typeface="Inter"/>
              </a:defRPr>
            </a:pPr>
            <a:r>
              <a:t>Portfolio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22A63-11D4-4335-A809-6275C8B3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609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55555"/>
                </a:solidFill>
                <a:latin typeface="Inter"/>
                <a:ea typeface="Inter"/>
                <a:cs typeface="Inter"/>
              </a:defRPr>
            </a:pPr>
            <a:r>
              <a:t>Testing text output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dacebc4ea4173"/>
          <a:stretch xmlns:a="http://schemas.openxmlformats.org/drawingml/2006/main"/>
        </p:blipFill>
        <p:spPr>
          <a:xfrm xmlns:a="http://schemas.openxmlformats.org/drawingml/2006/main">
            <a:off x="7239000" y="762000"/>
            <a:ext cx="40005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404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2026-05-28T21:46:41.3780000Z</dcterms:created>
  <dcterms:modified xsi:type="dcterms:W3CDTF">2026-05-28T21:46:41.3780000Z</dcterms:modified>
</coreProperties>
</file>